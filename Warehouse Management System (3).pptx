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86" r:id="rId7"/>
    <p:sldId id="288" r:id="rId8"/>
    <p:sldId id="289" r:id="rId9"/>
    <p:sldId id="291" r:id="rId10"/>
    <p:sldId id="290" r:id="rId11"/>
    <p:sldId id="297" r:id="rId12"/>
    <p:sldId id="292" r:id="rId13"/>
    <p:sldId id="295" r:id="rId14"/>
    <p:sldId id="294" r:id="rId15"/>
    <p:sldId id="298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646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IN" dirty="0"/>
              <a:t>Warehouse Management System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0AB09-B04D-45F2-9760-BBAB3D5D100F}"/>
              </a:ext>
            </a:extLst>
          </p:cNvPr>
          <p:cNvSpPr txBox="1"/>
          <p:nvPr/>
        </p:nvSpPr>
        <p:spPr>
          <a:xfrm>
            <a:off x="7712764" y="5314122"/>
            <a:ext cx="2517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Hadiya Reena</a:t>
            </a:r>
          </a:p>
          <a:p>
            <a:r>
              <a:rPr lang="en-US" dirty="0" err="1"/>
              <a:t>Kalsariya</a:t>
            </a:r>
            <a:r>
              <a:rPr lang="en-US" dirty="0"/>
              <a:t>  Harshita</a:t>
            </a:r>
          </a:p>
          <a:p>
            <a:r>
              <a:rPr lang="en-US" dirty="0"/>
              <a:t>Parmar Sejal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IN" dirty="0"/>
              <a:t>Introduction of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9062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WMS is a tool that helps a warehouse know: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products are stored,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they are stored,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how to send or receive them correctly. </a:t>
            </a:r>
          </a:p>
          <a:p>
            <a:r>
              <a:rPr lang="en-US" dirty="0"/>
              <a:t>It makes warehouse work faster, easier, and error-free.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8400578" cy="987287"/>
          </a:xfrm>
        </p:spPr>
        <p:txBody>
          <a:bodyPr/>
          <a:lstStyle/>
          <a:p>
            <a:r>
              <a:rPr lang="en-IN" dirty="0"/>
              <a:t>Project Definition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CE576-1C28-4A78-AB5B-6A50B19A8A35}"/>
              </a:ext>
            </a:extLst>
          </p:cNvPr>
          <p:cNvSpPr txBox="1"/>
          <p:nvPr/>
        </p:nvSpPr>
        <p:spPr>
          <a:xfrm>
            <a:off x="1167493" y="3101009"/>
            <a:ext cx="70356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develop a digital Warehouse Management System that manages stock storage, inventory tracking, order dispatch, and reporting through Staff, Supervisor, and Admin panels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896" y="457200"/>
            <a:ext cx="10176344" cy="1384852"/>
          </a:xfrm>
        </p:spPr>
        <p:txBody>
          <a:bodyPr/>
          <a:lstStyle/>
          <a:p>
            <a:r>
              <a:rPr lang="en-IN" dirty="0"/>
              <a:t>Objectives of the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626" y="2040835"/>
            <a:ext cx="10295612" cy="406841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Optimize warehouse 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Track inventory 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Manage receiving &amp; dispatch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Reduce manual errors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Improve workflow efficiency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Provide real-time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1833"/>
            <a:ext cx="9779183" cy="1600835"/>
          </a:xfrm>
        </p:spPr>
        <p:txBody>
          <a:bodyPr/>
          <a:lstStyle/>
          <a:p>
            <a:r>
              <a:rPr lang="en-IN" dirty="0"/>
              <a:t>System Users / Panels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4"/>
            <a:ext cx="9780587" cy="2793930"/>
          </a:xfrm>
        </p:spPr>
        <p:txBody>
          <a:bodyPr>
            <a:normAutofit/>
          </a:bodyPr>
          <a:lstStyle/>
          <a:p>
            <a:pPr marL="813816" lvl="3" indent="0">
              <a:buNone/>
            </a:pPr>
            <a:endParaRPr lang="en-US" sz="2400" dirty="0"/>
          </a:p>
          <a:p>
            <a:r>
              <a:rPr lang="en-US" sz="2400" b="1" dirty="0"/>
              <a:t>Admin</a:t>
            </a:r>
            <a:r>
              <a:rPr lang="en-US" sz="2400" dirty="0"/>
              <a:t> – manages users, data, products, and reports</a:t>
            </a:r>
          </a:p>
          <a:p>
            <a:r>
              <a:rPr lang="en-US" sz="2400" b="1" dirty="0"/>
              <a:t>Supervisor</a:t>
            </a:r>
            <a:r>
              <a:rPr lang="en-US" sz="2400" dirty="0"/>
              <a:t> – monitors operations and approves dispatch</a:t>
            </a:r>
          </a:p>
          <a:p>
            <a:r>
              <a:rPr lang="en-US" sz="2400" b="1" dirty="0"/>
              <a:t>Warehouse Staff</a:t>
            </a:r>
            <a:r>
              <a:rPr lang="en-US" sz="2400" dirty="0"/>
              <a:t> – handles stock, storage, and shipments</a:t>
            </a:r>
          </a:p>
          <a:p>
            <a:pPr marL="59436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IN" b="1" dirty="0"/>
              <a:t>Admin Panel: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7492" y="1971055"/>
            <a:ext cx="4664075" cy="333216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Manage staff &amp; supervisors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Monitor warehouse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Generate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Maintain product &amp; shipment records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IN" b="1" dirty="0"/>
              <a:t>Supervisor Panel: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4663440" cy="33328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Monitor warehouse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Approve dispatch requests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View inventory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Manage storage allocation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765" y="177554"/>
            <a:ext cx="5406887" cy="1505472"/>
          </a:xfrm>
        </p:spPr>
        <p:txBody>
          <a:bodyPr/>
          <a:lstStyle/>
          <a:p>
            <a:r>
              <a:rPr lang="en-IN" dirty="0"/>
              <a:t>Warehouse Staff Panel: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104" y="3492896"/>
            <a:ext cx="6777302" cy="91285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Login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Record incoming stock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Assign storage 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Prepare orders for dispatch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Update shipment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IN" b="1" dirty="0"/>
              <a:t>Technologies Used: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813" y="2652713"/>
            <a:ext cx="5394325" cy="3436937"/>
          </a:xfrm>
        </p:spPr>
        <p:txBody>
          <a:bodyPr>
            <a:normAutofit/>
          </a:bodyPr>
          <a:lstStyle/>
          <a:p>
            <a:br>
              <a:rPr lang="en-IN" sz="2400" dirty="0"/>
            </a:br>
            <a:r>
              <a:rPr lang="en-IN" sz="2400" dirty="0"/>
              <a:t>Frontend: HTML, CSS, JavaScript</a:t>
            </a:r>
            <a:br>
              <a:rPr lang="en-IN" sz="2400" dirty="0"/>
            </a:br>
            <a:r>
              <a:rPr lang="en-IN" sz="2400" dirty="0"/>
              <a:t>Backend: Python / Node</a:t>
            </a:r>
            <a:br>
              <a:rPr lang="en-IN" sz="2400" dirty="0"/>
            </a:br>
            <a:r>
              <a:rPr lang="en-IN" sz="2400" dirty="0"/>
              <a:t>Database: MySQL / MongoDB</a:t>
            </a:r>
            <a:endParaRPr lang="en-US" sz="2400" dirty="0"/>
          </a:p>
        </p:txBody>
      </p:sp>
      <p:pic>
        <p:nvPicPr>
          <p:cNvPr id="25" name="Picture Placeholder 24" descr="A couple of people looking at a computer">
            <a:extLst>
              <a:ext uri="{FF2B5EF4-FFF2-40B4-BE49-F238E27FC236}">
                <a16:creationId xmlns:a16="http://schemas.microsoft.com/office/drawing/2014/main" id="{E57751D1-D655-B1C0-2407-A8826F55102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667" r="16667"/>
          <a:stretch/>
        </p:blipFill>
        <p:spPr>
          <a:xfrm>
            <a:off x="7317920" y="1447800"/>
            <a:ext cx="4214010" cy="4214010"/>
          </a:xfrm>
        </p:spPr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43947"/>
            <a:ext cx="9692640" cy="1371600"/>
          </a:xfrm>
        </p:spPr>
        <p:txBody>
          <a:bodyPr/>
          <a:lstStyle/>
          <a:p>
            <a:r>
              <a:rPr lang="en-IN" dirty="0"/>
              <a:t>Features of WMS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2" y="2087561"/>
            <a:ext cx="4292403" cy="389054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Real-time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Automated stock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Role-based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Shipment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Optimized storage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497" y="457199"/>
            <a:ext cx="6947592" cy="1920240"/>
          </a:xfrm>
        </p:spPr>
        <p:txBody>
          <a:bodyPr/>
          <a:lstStyle/>
          <a:p>
            <a:r>
              <a:rPr lang="en-IN" dirty="0"/>
              <a:t>Advantages of the System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809460"/>
            <a:ext cx="5943600" cy="3419062"/>
          </a:xfrm>
        </p:spPr>
        <p:txBody>
          <a:bodyPr>
            <a:normAutofit/>
          </a:bodyPr>
          <a:lstStyle/>
          <a:p>
            <a:r>
              <a:rPr lang="en-IN" sz="2800" dirty="0"/>
              <a:t>Fewer errors</a:t>
            </a:r>
          </a:p>
          <a:p>
            <a:r>
              <a:rPr lang="en-IN" sz="2800" dirty="0"/>
              <a:t>Saves time</a:t>
            </a:r>
          </a:p>
          <a:p>
            <a:r>
              <a:rPr lang="en-IN" sz="2800" dirty="0"/>
              <a:t>Accurate data</a:t>
            </a:r>
          </a:p>
          <a:p>
            <a:r>
              <a:rPr lang="en-IN" sz="2800" dirty="0"/>
              <a:t>Organized warehouse</a:t>
            </a:r>
          </a:p>
          <a:p>
            <a:r>
              <a:rPr lang="en-IN" sz="2800" dirty="0"/>
              <a:t>Higher productivity</a:t>
            </a:r>
          </a:p>
          <a:p>
            <a:r>
              <a:rPr lang="en-IN" sz="2800" dirty="0"/>
              <a:t>Easy reporting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23274"/>
            <a:ext cx="9779183" cy="1570038"/>
          </a:xfrm>
        </p:spPr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BD921A-F61D-42E0-BF2F-8B46B384D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WMS makes warehouse operations fast, accurate, and efficient by managing storage, inventory, dispatch, and reports digitally.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43</TotalTime>
  <Words>283</Words>
  <Application>Microsoft Office PowerPoint</Application>
  <PresentationFormat>Widescreen</PresentationFormat>
  <Paragraphs>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Warehouse Management System</vt:lpstr>
      <vt:lpstr>Introduction of Project</vt:lpstr>
      <vt:lpstr>Project Definition</vt:lpstr>
      <vt:lpstr>Objectives of the System</vt:lpstr>
      <vt:lpstr>System Users / Panels</vt:lpstr>
      <vt:lpstr>Admin Panel:</vt:lpstr>
      <vt:lpstr>Supervisor Panel:</vt:lpstr>
      <vt:lpstr>Warehouse Staff Panel:</vt:lpstr>
      <vt:lpstr>Technologies Used:</vt:lpstr>
      <vt:lpstr>Features of WMS</vt:lpstr>
      <vt:lpstr>Advantages of the System</vt:lpstr>
      <vt:lpstr>Conclusion 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Management System</dc:title>
  <dc:creator>parmar sejal</dc:creator>
  <cp:lastModifiedBy>parmar sejal</cp:lastModifiedBy>
  <cp:revision>3</cp:revision>
  <dcterms:created xsi:type="dcterms:W3CDTF">2026-04-01T17:41:19Z</dcterms:created>
  <dcterms:modified xsi:type="dcterms:W3CDTF">2026-04-01T18:34:56Z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